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960120"/>
            <a:ext cx="155448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ptos Display"/>
              </a:rPr>
              <a:t>Dynamic Route Optimizer</a:t>
            </a:r>
          </a:p>
          <a:p>
            <a:pPr>
              <a:spcBef>
                <a:spcPts val="1000"/>
              </a:spcBef>
            </a:pPr>
            <a:r>
              <a:rPr sz="2200">
                <a:solidFill>
                  <a:srgbClr val="BFDBFE"/>
                </a:solidFill>
                <a:latin typeface="Aptos"/>
              </a:rPr>
              <a:t>PS 5 • The Last-Mile Impossible Route</a:t>
            </a:r>
          </a:p>
          <a:p>
            <a:r>
              <a:rPr sz="1500">
                <a:solidFill>
                  <a:srgbClr val="CBD5E1"/>
                </a:solidFill>
                <a:latin typeface="Aptos"/>
              </a:rPr>
              <a:t>A prototype for continuously adapting delivery routes when real-world conditions change.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60520"/>
            <a:ext cx="33375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4160520"/>
            <a:ext cx="73152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325112"/>
            <a:ext cx="297180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11827"/>
                </a:solidFill>
                <a:latin typeface="Aptos"/>
              </a:rPr>
              <a:t>Challenge</a:t>
            </a:r>
          </a:p>
          <a:p>
            <a:r>
              <a:rPr sz="1200">
                <a:solidFill>
                  <a:srgbClr val="1F2937"/>
                </a:solidFill>
                <a:latin typeface="Aptos"/>
              </a:rPr>
              <a:t>Routes become outdated within minutes.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160520"/>
            <a:ext cx="33375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7680" y="4160520"/>
            <a:ext cx="73152" cy="1280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4325112"/>
            <a:ext cx="297180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11827"/>
                </a:solidFill>
                <a:latin typeface="Aptos"/>
              </a:rPr>
              <a:t>Approach</a:t>
            </a:r>
          </a:p>
          <a:p>
            <a:r>
              <a:rPr sz="1200">
                <a:solidFill>
                  <a:srgbClr val="1F2937"/>
                </a:solidFill>
                <a:latin typeface="Aptos"/>
              </a:rPr>
              <a:t>Feasible assignment + dynamic re-planning.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4160520"/>
            <a:ext cx="33375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63840" y="4160520"/>
            <a:ext cx="73152" cy="1280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4325112"/>
            <a:ext cx="297180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11827"/>
                </a:solidFill>
                <a:latin typeface="Aptos"/>
              </a:rPr>
              <a:t>Demo</a:t>
            </a:r>
          </a:p>
          <a:p>
            <a:r>
              <a:rPr sz="1200">
                <a:solidFill>
                  <a:srgbClr val="1F2937"/>
                </a:solidFill>
                <a:latin typeface="Aptos"/>
              </a:rPr>
              <a:t>Breakdown • Traffic • New Priority Order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Aptos Display"/>
              </a:rPr>
              <a:t>1.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33271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Aptos"/>
              </a:rPr>
              <a:t>Why static delivery routes are not enough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1828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11827"/>
                </a:solidFill>
                <a:latin typeface="Aptos"/>
              </a:rPr>
              <a:t>Traffic changes</a:t>
            </a:r>
          </a:p>
          <a:p>
            <a:r>
              <a:rPr sz="1200">
                <a:solidFill>
                  <a:srgbClr val="1F2937"/>
                </a:solidFill>
                <a:latin typeface="Aptos"/>
              </a:rPr>
              <a:t>A route that was efficient at 9:00 can become inefficient minutes later.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002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600200"/>
            <a:ext cx="73152" cy="1828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764792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11827"/>
                </a:solidFill>
                <a:latin typeface="Aptos"/>
              </a:rPr>
              <a:t>Vehicle breakdown</a:t>
            </a:r>
          </a:p>
          <a:p>
            <a:r>
              <a:rPr sz="1200">
                <a:solidFill>
                  <a:srgbClr val="1F2937"/>
                </a:solidFill>
                <a:latin typeface="Aptos"/>
              </a:rPr>
              <a:t>One unavailable vehicle can invalidate several active deliveries.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002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60020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764792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11827"/>
                </a:solidFill>
                <a:latin typeface="Aptos"/>
              </a:rPr>
              <a:t>New priority order</a:t>
            </a:r>
          </a:p>
          <a:p>
            <a:r>
              <a:rPr sz="1200">
                <a:solidFill>
                  <a:srgbClr val="1F2937"/>
                </a:solidFill>
                <a:latin typeface="Aptos"/>
              </a:rPr>
              <a:t>An urgent order can appear while drivers are already on the road.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977639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PS 5 requires continuous adjustment of routes and vehicle assignments.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The system should consider capacity, delivery windows, driver limits, travel time, and delivery priority.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The goal is dynamic adaptation—not just finding one route once.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Aptos"/>
              </a:rPr>
              <a:t>PS 5 • Dynamic Route Optimizer •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Aptos Display"/>
              </a:rPr>
              <a:t>2.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33271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Aptos"/>
              </a:rPr>
              <a:t>A dispatcher-focused dashboard and route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20116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920240"/>
            <a:ext cx="73152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8483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11827"/>
                </a:solidFill>
                <a:latin typeface="Aptos"/>
              </a:rPr>
              <a:t>Orders</a:t>
            </a:r>
          </a:p>
          <a:p>
            <a:r>
              <a:rPr sz="1200">
                <a:solidFill>
                  <a:srgbClr val="1F2937"/>
                </a:solidFill>
                <a:latin typeface="Aptos"/>
              </a:rPr>
              <a:t>📦 Evaluate and adapt</a:t>
            </a:r>
          </a:p>
        </p:txBody>
      </p:sp>
      <p:sp>
        <p:nvSpPr>
          <p:cNvPr id="8" name="Chevron 7"/>
          <p:cNvSpPr/>
          <p:nvPr/>
        </p:nvSpPr>
        <p:spPr>
          <a:xfrm>
            <a:off x="2752344" y="2395728"/>
            <a:ext cx="502920" cy="502920"/>
          </a:xfrm>
          <a:prstGeom prst="chevron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53512" y="1920240"/>
            <a:ext cx="20116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53512" y="1920240"/>
            <a:ext cx="73152" cy="1463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82112" y="208483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11827"/>
                </a:solidFill>
                <a:latin typeface="Aptos"/>
              </a:rPr>
              <a:t>Constraints</a:t>
            </a:r>
          </a:p>
          <a:p>
            <a:r>
              <a:rPr sz="1200">
                <a:solidFill>
                  <a:srgbClr val="1F2937"/>
                </a:solidFill>
                <a:latin typeface="Aptos"/>
              </a:rPr>
              <a:t>⚙ Evaluate and adapt</a:t>
            </a:r>
          </a:p>
        </p:txBody>
      </p:sp>
      <p:sp>
        <p:nvSpPr>
          <p:cNvPr id="12" name="Chevron 11"/>
          <p:cNvSpPr/>
          <p:nvPr/>
        </p:nvSpPr>
        <p:spPr>
          <a:xfrm>
            <a:off x="5020056" y="2395728"/>
            <a:ext cx="502920" cy="502920"/>
          </a:xfrm>
          <a:prstGeom prst="chevron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221224" y="1920240"/>
            <a:ext cx="20116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221224" y="1920240"/>
            <a:ext cx="73152" cy="1463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49824" y="208483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11827"/>
                </a:solidFill>
                <a:latin typeface="Aptos"/>
              </a:rPr>
              <a:t>Route Engine</a:t>
            </a:r>
          </a:p>
          <a:p>
            <a:r>
              <a:rPr sz="1200">
                <a:solidFill>
                  <a:srgbClr val="1F2937"/>
                </a:solidFill>
                <a:latin typeface="Aptos"/>
              </a:rPr>
              <a:t>🧠 Evaluate and adapt</a:t>
            </a:r>
          </a:p>
        </p:txBody>
      </p:sp>
      <p:sp>
        <p:nvSpPr>
          <p:cNvPr id="16" name="Chevron 15"/>
          <p:cNvSpPr/>
          <p:nvPr/>
        </p:nvSpPr>
        <p:spPr>
          <a:xfrm>
            <a:off x="7287768" y="2395728"/>
            <a:ext cx="502920" cy="502920"/>
          </a:xfrm>
          <a:prstGeom prst="chevron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88936" y="1920240"/>
            <a:ext cx="20116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88936" y="1920240"/>
            <a:ext cx="73152" cy="1463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17536" y="208483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11827"/>
                </a:solidFill>
                <a:latin typeface="Aptos"/>
              </a:rPr>
              <a:t>Live Event</a:t>
            </a:r>
          </a:p>
          <a:p>
            <a:r>
              <a:rPr sz="1200">
                <a:solidFill>
                  <a:srgbClr val="1F2937"/>
                </a:solidFill>
                <a:latin typeface="Aptos"/>
              </a:rPr>
              <a:t>⚡ Evaluate and adapt</a:t>
            </a:r>
          </a:p>
        </p:txBody>
      </p:sp>
      <p:sp>
        <p:nvSpPr>
          <p:cNvPr id="20" name="Chevron 19"/>
          <p:cNvSpPr/>
          <p:nvPr/>
        </p:nvSpPr>
        <p:spPr>
          <a:xfrm>
            <a:off x="9555480" y="2395728"/>
            <a:ext cx="502920" cy="502920"/>
          </a:xfrm>
          <a:prstGeom prst="chevron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756648" y="1920240"/>
            <a:ext cx="20116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756648" y="1920240"/>
            <a:ext cx="73152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85248" y="208483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11827"/>
                </a:solidFill>
                <a:latin typeface="Aptos"/>
              </a:rPr>
              <a:t>Updated Route</a:t>
            </a:r>
          </a:p>
          <a:p>
            <a:r>
              <a:rPr sz="1200">
                <a:solidFill>
                  <a:srgbClr val="1F2937"/>
                </a:solidFill>
                <a:latin typeface="Aptos"/>
              </a:rPr>
              <a:t>🔄 Evaluate and adapt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977639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Designed for a delivery operator / logistics manager to monitor active routes.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The prototype uses simulated coordinates so the routing logic can be demonstrated without claiming live GPS data.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Affected routes are re-planned when conditions change.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Aptos"/>
              </a:rPr>
              <a:t>PS 5 • Dynamic Route Optimizer •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Aptos Display"/>
              </a:rPr>
              <a:t>3. Routing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33271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Aptos"/>
              </a:rPr>
              <a:t>Hard constraints first, then route selection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73152" cy="1600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73351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11827"/>
                </a:solidFill>
                <a:latin typeface="Aptos"/>
              </a:rPr>
              <a:t>Hard constraints</a:t>
            </a:r>
          </a:p>
          <a:p>
            <a:r>
              <a:rPr sz="1200">
                <a:solidFill>
                  <a:srgbClr val="1F2937"/>
                </a:solidFill>
                <a:latin typeface="Aptos"/>
              </a:rPr>
              <a:t>Vehicle available • enough capacity • delivery window feasible • driver stop limit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508760"/>
            <a:ext cx="73152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673351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11827"/>
                </a:solidFill>
                <a:latin typeface="Aptos"/>
              </a:rPr>
              <a:t>Travel factors</a:t>
            </a:r>
          </a:p>
          <a:p>
            <a:r>
              <a:rPr sz="1200">
                <a:solidFill>
                  <a:srgbClr val="1F2937"/>
                </a:solidFill>
                <a:latin typeface="Aptos"/>
              </a:rPr>
              <a:t>Distance and estimated travel time influence assignment.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08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38160" y="1508760"/>
            <a:ext cx="73152" cy="160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1673351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11827"/>
                </a:solidFill>
                <a:latin typeface="Aptos"/>
              </a:rPr>
              <a:t>Priority</a:t>
            </a:r>
          </a:p>
          <a:p>
            <a:r>
              <a:rPr sz="1200">
                <a:solidFill>
                  <a:srgbClr val="1F2937"/>
                </a:solidFill>
                <a:latin typeface="Aptos"/>
              </a:rPr>
              <a:t>High-priority orders receive stronger protection in the scoring.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3703320"/>
            <a:ext cx="1024128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" y="3977639"/>
            <a:ext cx="9784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11827"/>
                </a:solidFill>
                <a:latin typeface="Aptos Display"/>
              </a:rPr>
              <a:t>Assignment Score  ≈  distance + travel time + workload + waiting</a:t>
            </a:r>
          </a:p>
          <a:p>
            <a:pPr algn="ctr"/>
            <a:r>
              <a:rPr sz="1200">
                <a:solidFill>
                  <a:srgbClr val="6B7280"/>
                </a:solidFill>
                <a:latin typeface="Aptos"/>
              </a:rPr>
              <a:t>Lower score = more suitable vehicle, after hard constraints are satisfied.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Aptos"/>
              </a:rPr>
              <a:t>PS 5 • Dynamic Route Optimizer •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Aptos Display"/>
              </a:rPr>
              <a:t>4. Dynamic Event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33271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Aptos"/>
              </a:rPr>
              <a:t>The main PS 5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581912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11827"/>
                </a:solidFill>
                <a:latin typeface="Aptos"/>
              </a:rPr>
              <a:t>Normal</a:t>
            </a:r>
          </a:p>
          <a:p>
            <a:r>
              <a:rPr sz="1200">
                <a:solidFill>
                  <a:srgbClr val="1F2937"/>
                </a:solidFill>
                <a:latin typeface="Aptos"/>
              </a:rPr>
              <a:t>Routes active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6888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2468880"/>
            <a:ext cx="73152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633472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11827"/>
                </a:solidFill>
                <a:latin typeface="Aptos"/>
              </a:rPr>
              <a:t>Vehicle breakdown</a:t>
            </a:r>
          </a:p>
          <a:p>
            <a:r>
              <a:rPr sz="1200">
                <a:solidFill>
                  <a:srgbClr val="1F2937"/>
                </a:solidFill>
                <a:latin typeface="Aptos"/>
              </a:rPr>
              <a:t>Remove unavailable vehicle → reassign affected orders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52044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3520440"/>
            <a:ext cx="73152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685032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11827"/>
                </a:solidFill>
                <a:latin typeface="Aptos"/>
              </a:rPr>
              <a:t>Traffic change</a:t>
            </a:r>
          </a:p>
          <a:p>
            <a:r>
              <a:rPr sz="1200">
                <a:solidFill>
                  <a:srgbClr val="1F2937"/>
                </a:solidFill>
                <a:latin typeface="Aptos"/>
              </a:rPr>
              <a:t>Update travel time → re-plan affected route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57200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4572000"/>
            <a:ext cx="73152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736592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11827"/>
                </a:solidFill>
                <a:latin typeface="Aptos"/>
              </a:rPr>
              <a:t>New priority order</a:t>
            </a:r>
          </a:p>
          <a:p>
            <a:r>
              <a:rPr sz="1200">
                <a:solidFill>
                  <a:srgbClr val="1F2937"/>
                </a:solidFill>
                <a:latin typeface="Aptos"/>
              </a:rPr>
              <a:t>Evaluate available vehicles → insert new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Aptos"/>
              </a:rPr>
              <a:t>PS 5 • Dynamic Route Optimizer • 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Aptos Display"/>
              </a:rPr>
              <a:t>5.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33271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Aptos"/>
              </a:rPr>
              <a:t>Prototype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2918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73351"/>
            <a:ext cx="292608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11827"/>
                </a:solidFill>
                <a:latin typeface="Aptos"/>
              </a:rPr>
              <a:t>Frontend</a:t>
            </a:r>
          </a:p>
          <a:p>
            <a:r>
              <a:rPr sz="1200">
                <a:solidFill>
                  <a:srgbClr val="1F2937"/>
                </a:solidFill>
                <a:latin typeface="Aptos"/>
              </a:rPr>
              <a:t>HTML • CSS • JavaScript
Dashboard • map • controls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2918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508760"/>
            <a:ext cx="73152" cy="1508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673351"/>
            <a:ext cx="292608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11827"/>
                </a:solidFill>
                <a:latin typeface="Aptos"/>
              </a:rPr>
              <a:t>Route Engine</a:t>
            </a:r>
          </a:p>
          <a:p>
            <a:r>
              <a:rPr sz="1200">
                <a:solidFill>
                  <a:srgbClr val="1F2937"/>
                </a:solidFill>
                <a:latin typeface="Aptos"/>
              </a:rPr>
              <a:t>Constraint checks • scoring • assignment • re-planning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508760"/>
            <a:ext cx="32918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1508760"/>
            <a:ext cx="73152" cy="1508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1673351"/>
            <a:ext cx="292608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11827"/>
                </a:solidFill>
                <a:latin typeface="Aptos"/>
              </a:rPr>
              <a:t>Event System</a:t>
            </a:r>
          </a:p>
          <a:p>
            <a:r>
              <a:rPr sz="1200">
                <a:solidFill>
                  <a:srgbClr val="1F2937"/>
                </a:solidFill>
                <a:latin typeface="Aptos"/>
              </a:rPr>
              <a:t>Breakdown • traffic • priority order • reset</a:t>
            </a:r>
          </a:p>
        </p:txBody>
      </p:sp>
      <p:sp>
        <p:nvSpPr>
          <p:cNvPr id="14" name="Chevron 13"/>
          <p:cNvSpPr/>
          <p:nvPr/>
        </p:nvSpPr>
        <p:spPr>
          <a:xfrm>
            <a:off x="3977639" y="2011680"/>
            <a:ext cx="411480" cy="411480"/>
          </a:xfrm>
          <a:prstGeom prst="chevron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hevron 14"/>
          <p:cNvSpPr/>
          <p:nvPr/>
        </p:nvSpPr>
        <p:spPr>
          <a:xfrm>
            <a:off x="7772400" y="2011680"/>
            <a:ext cx="411480" cy="411480"/>
          </a:xfrm>
          <a:prstGeom prst="chevron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70332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Order model: location, package size, priority, delivery window.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Vehicle model: capacity, driver, availability, current location, stop limit.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Outputs: current routes, vehicle status, order assignment, event log.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Aptos"/>
              </a:rPr>
              <a:t>PS 5 • Dynamic Route Optimizer • 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Aptos Display"/>
              </a:rPr>
              <a:t>6. Demo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6517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59" y="205740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1488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9748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Aptos"/>
              </a:rPr>
              <a:t>Generate Routes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154680"/>
            <a:ext cx="139903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1F2937"/>
                </a:solidFill>
                <a:latin typeface="Aptos"/>
              </a:rPr>
              <a:t>Show normal assignments and estimated travel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828800"/>
            <a:ext cx="26517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39312" y="2057400"/>
            <a:ext cx="502920" cy="5029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9312" y="21488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69748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Aptos"/>
              </a:rPr>
              <a:t>Breakdown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3154680"/>
            <a:ext cx="16459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1F2937"/>
                </a:solidFill>
                <a:latin typeface="Aptos"/>
              </a:rPr>
              <a:t>V002 fails → affected orders are reassigned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1828800"/>
            <a:ext cx="26517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55664" y="2057400"/>
            <a:ext cx="502920" cy="50292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55664" y="21488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69748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Aptos"/>
              </a:rPr>
              <a:t>Traffic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3108960"/>
            <a:ext cx="17099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1F2937"/>
                </a:solidFill>
                <a:latin typeface="Aptos"/>
              </a:rPr>
              <a:t>Congestion near Customer B → affected route is recalculated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9136" y="1828800"/>
            <a:ext cx="26517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272016" y="2057400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72016" y="214884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6" y="269748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Aptos"/>
              </a:rPr>
              <a:t>New 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2016" y="3154680"/>
            <a:ext cx="15087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1F2937"/>
                </a:solidFill>
                <a:latin typeface="Aptos"/>
              </a:rPr>
              <a:t>High-priority order appears → system assigns a feasible vehicle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Aptos"/>
              </a:rPr>
              <a:t>PS 5 • Dynamic Route Optimizer • 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7. What We Built &amp;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332720" cy="1082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rPr dirty="0"/>
              <a:t>Working prototype: route generation, capacity checks, priority, travel time, delivery windows, driver limits.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rPr dirty="0"/>
              <a:t>Dynamic handling: vehicle breakdown, traffic change, new priority order, route/status updates.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rPr dirty="0"/>
              <a:t>Prototype limitation: simulated map coordinates rather than live road/GPS routing.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937760"/>
            <a:ext cx="10149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49377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5102352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11827"/>
                </a:solidFill>
                <a:latin typeface="Aptos"/>
              </a:rPr>
              <a:t>PS 5 Goal</a:t>
            </a:r>
          </a:p>
          <a:p>
            <a:r>
              <a:rPr sz="1200">
                <a:solidFill>
                  <a:srgbClr val="1F2937"/>
                </a:solidFill>
                <a:latin typeface="Aptos"/>
              </a:rPr>
              <a:t>Continuously adapt routes and vehicle assignments as conditions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  <a:latin typeface="Aptos"/>
              </a:rPr>
              <a:t>PS 5 • Dynamic Route Optimizer • 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583</Words>
  <Application>Microsoft Office PowerPoint</Application>
  <PresentationFormat>Widescreen</PresentationFormat>
  <Paragraphs>93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Purnima Sharma</cp:lastModifiedBy>
  <cp:revision>3</cp:revision>
  <dcterms:created xsi:type="dcterms:W3CDTF">2013-01-27T09:14:16Z</dcterms:created>
  <dcterms:modified xsi:type="dcterms:W3CDTF">2026-09-26T17:12:17Z</dcterms:modified>
  <cp:category/>
</cp:coreProperties>
</file>